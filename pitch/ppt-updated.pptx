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AGENT BUILDER HACKATHON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Approval Agent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20-minute investigation to 20-second decision — calibrated to your own deploy history.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0" y="274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$50K+ IN PRIZES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Team: Harness AI Hackathon    |    Module: Harness CD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pain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problem does your agent solve?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1005840"/>
          </a:xfrm>
          <a:prstGeom prst="rect">
            <a:avLst/>
          </a:prstGeom>
          <a:solidFill>
            <a:srgbClr val="002E6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73152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00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questions × every approval × [N approvals/week] = the most expensive minutes in your pipeline. [15-40 MIN] per production approval, [70%+] spent gathering context already in our systems.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3931920" cy="1005840"/>
          </a:xfrm>
          <a:prstGeom prst="rect">
            <a:avLst/>
          </a:prstGeom>
          <a:solidFill>
            <a:srgbClr val="002E6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651760"/>
            <a:ext cx="73152" cy="100584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788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Who Feels It?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1089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DevOps engineers, platform leads, SREs — anyone responsible for production approvals. Every deploy becomes a 20-minute investigation.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651760"/>
            <a:ext cx="3931920" cy="1005840"/>
          </a:xfrm>
          <a:prstGeom prst="rect">
            <a:avLst/>
          </a:prstGeom>
          <a:solidFill>
            <a:srgbClr val="002E6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2651760"/>
            <a:ext cx="73152" cy="1005840"/>
          </a:xfrm>
          <a:prstGeom prst="rect">
            <a:avLst/>
          </a:prstGeom>
          <a:solidFill>
            <a:srgbClr val="00ADE4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2788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Current Workaround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31089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tab-switching across 7+ systems: PR, Jira, scans, Grafana, runbooks, Slack threads. No automation, no learning loop, brittle scripts.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Job to be done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solidFill>
            <a:srgbClr val="002E6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I [need to approve a deploy], I want to [get defendable evidence in 20 seconds], so I can [move fast without sacrificing accountability].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651760" cy="1371600"/>
          </a:xfrm>
          <a:prstGeom prst="rect">
            <a:avLst/>
          </a:prstGeom>
          <a:solidFill>
            <a:srgbClr val="002E6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37360"/>
            <a:ext cx="73152" cy="1371600"/>
          </a:xfrm>
          <a:prstGeom prst="rect">
            <a:avLst/>
          </a:prstGeom>
          <a:solidFill>
            <a:srgbClr val="00ADE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745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Functional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Computes blast radius, predicts rollback risk from deploy history, generates missing evidence (canary plans, rollback verification). Outputs structured verdict + evidence packet.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737360"/>
            <a:ext cx="2651760" cy="1371600"/>
          </a:xfrm>
          <a:prstGeom prst="rect">
            <a:avLst/>
          </a:prstGeom>
          <a:solidFill>
            <a:srgbClr val="002E6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737360"/>
            <a:ext cx="73152" cy="137160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8745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Emotional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20440" y="219456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Eliminates anxiety of 'did I check everything?' Calibrated risk scores build trust over time. No more approval guilt or fear of missing critical context.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737360"/>
            <a:ext cx="2651760" cy="1371600"/>
          </a:xfrm>
          <a:prstGeom prst="rect">
            <a:avLst/>
          </a:prstGeom>
          <a:solidFill>
            <a:srgbClr val="002E6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737360"/>
            <a:ext cx="73152" cy="1371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8745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Social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219456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Teams ship faster without lowering standards. Audit-ready by default. Positions approver as decisive, data-driven leader instead of bottleneck.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nobody has solved it yet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Approval is a deploy problem. The deploy platform is the only place to solve it correctly.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51760" cy="2286000"/>
          </a:xfrm>
          <a:prstGeom prst="rect">
            <a:avLst/>
          </a:prstGeom>
          <a:solidFill>
            <a:srgbClr val="002E6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645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GitHub Copilot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Atlassian Rovo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A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Can read PRs and tickets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A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Summarize context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 Cannot see deploy fleet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 No outcome history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 No calibration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463040"/>
            <a:ext cx="2651760" cy="2286000"/>
          </a:xfrm>
          <a:prstGeom prst="rect">
            <a:avLst/>
          </a:prstGeom>
          <a:solidFill>
            <a:srgbClr val="002E6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1645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ChatGPT + MCPs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29000" y="22860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A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Generic agent framework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A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Extensible tools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29000" y="2926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 No pipeline integration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 No fleet graph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 No learning loop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463040"/>
            <a:ext cx="2651760" cy="2286000"/>
          </a:xfrm>
          <a:prstGeom prst="rect">
            <a:avLst/>
          </a:prstGeom>
          <a:solidFill>
            <a:srgbClr val="002E6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645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Custom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In-house Bots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0" y="22860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A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Brittle scripts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AD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Static rules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17920" y="2926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 Breaks on change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 No calibration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 High maintenance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4114800"/>
            <a:ext cx="9144000" cy="457200"/>
          </a:xfrm>
          <a:prstGeom prst="rect">
            <a:avLst/>
          </a:prstGeom>
          <a:solidFill>
            <a:srgbClr val="001B39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Only Harness has: Deploy outcome history (calibration) + Service/env graph (blast radius)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Target customers &amp; users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3200400"/>
          </a:xfrm>
          <a:prstGeom prst="rect">
            <a:avLst/>
          </a:prstGeom>
          <a:solidFill>
            <a:srgbClr val="002E6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73152" cy="320040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PRIMARY PERSONA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Role: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Engineer, SRE, DevOps Lead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Pain Frequency: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/ Per-release (5-20x/week)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Time Spent: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[15-40] hours/week on approval investigation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This Agent Wins: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Calibrated to their own deploy history. Defendable blast radius. Active evidence generation.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023360" cy="3200400"/>
          </a:xfrm>
          <a:prstGeom prst="rect">
            <a:avLst/>
          </a:prstGeom>
          <a:solidFill>
            <a:srgbClr val="002E6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0" y="1005840"/>
            <a:ext cx="73152" cy="3200400"/>
          </a:xfrm>
          <a:prstGeom prst="rect">
            <a:avLst/>
          </a:prstGeom>
          <a:solidFill>
            <a:srgbClr val="00ADE4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188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DE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 CASE FIT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55448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Segment: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/ Mid-market deploying 10+ services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Industry Signal: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FinServ, Healthcare, Tech — regulated + fast-moving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Deal Impact: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Accelerates POC-to-deploy. Reduces approval fatigue churn. Competitive differentiation vs GitHub/GitLab.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Catalog Readiness: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 in 6 weeks. Agent Marketplace listing in 12 weeks.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1B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 DEMO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4-minute demonstration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🛡️ Defendable  |  🎯 Calibrated  |  ⚡ Active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Building experience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for the Agents platform team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114800" cy="1188720"/>
          </a:xfrm>
          <a:prstGeom prst="rect">
            <a:avLst/>
          </a:prstGeom>
          <a:solidFill>
            <a:srgbClr val="002E6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73152" cy="1188720"/>
          </a:xfrm>
          <a:prstGeom prst="rect">
            <a:avLst/>
          </a:prstGeom>
          <a:solidFill>
            <a:srgbClr val="00ADE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002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Worked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[MCP tool integration, agent loop SDK, pipeline step plugin framework — what made us productive]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17720" y="1463040"/>
            <a:ext cx="4114800" cy="1188720"/>
          </a:xfrm>
          <a:prstGeom prst="rect">
            <a:avLst/>
          </a:prstGeom>
          <a:solidFill>
            <a:srgbClr val="002E6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1463040"/>
            <a:ext cx="73152" cy="11887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6002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Didn't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9202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[Friction points, missing APIs, confusing docs, demo-mode reliability needs]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4114800" cy="1188720"/>
          </a:xfrm>
          <a:prstGeom prst="rect">
            <a:avLst/>
          </a:prstGeom>
          <a:solidFill>
            <a:srgbClr val="002E6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788920"/>
            <a:ext cx="73152" cy="1188720"/>
          </a:xfrm>
          <a:prstGeom prst="rect">
            <a:avLst/>
          </a:prstGeom>
          <a:solidFill>
            <a:srgbClr val="00ADE4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926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SDK &amp; DX Feedback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2461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[Agent Steps, MCP connectors, LLM tool-use patterns, RBAC scoping — areas for improvement]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17720" y="2788920"/>
            <a:ext cx="4114800" cy="1188720"/>
          </a:xfrm>
          <a:prstGeom prst="rect">
            <a:avLst/>
          </a:prstGeom>
          <a:solidFill>
            <a:srgbClr val="002E6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2788920"/>
            <a:ext cx="73152" cy="1188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926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Surprise / Delight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32461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[Calibration plot working on seeded data, blast radius computation, active tool pattern]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What's next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Taking this agent to production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114800" cy="2560320"/>
          </a:xfrm>
          <a:prstGeom prst="rect">
            <a:avLst/>
          </a:prstGeom>
          <a:solidFill>
            <a:srgbClr val="002E6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73152" cy="25603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002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IF WE SHIPPED THIS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30 Days: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Polish calibration plot, add security scan + observability MCPs, production-ready plugin packaging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90 Days: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pilots (3-5 early adopters), Marketplace listing, Slack loop-closure, org-wide trust scores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Stretch Vision: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Fleet Coordinator (cross-pipeline collision), active gap-fillers (rollback rehearsal, canary generation), self-healing loops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17720" y="1463040"/>
            <a:ext cx="4114800" cy="2560320"/>
          </a:xfrm>
          <a:prstGeom prst="rect">
            <a:avLst/>
          </a:prstGeom>
          <a:solidFill>
            <a:srgbClr val="002E6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1463040"/>
            <a:ext cx="73152" cy="2560320"/>
          </a:xfrm>
          <a:prstGeom prst="rect">
            <a:avLst/>
          </a:prstGeom>
          <a:solidFill>
            <a:srgbClr val="00ADE4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6002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DE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WE NEED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92024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Gaps: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 connector for Harness CD deploy history, service/env graph API, verdict storage/audit trail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Resources: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backend eng for production hardening, design review for UI panel, 3-5 customer validation pilots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of Leadership: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Green-light for private beta, slot in roadmap, commitment to Agent Marketplace integration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1B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 us, and we ship a private beta within 6 weeks.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0" y="3200400"/>
            <a:ext cx="274320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0" y="3200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Approval Agent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Contact: [Team Slack Channel] | [Email]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Approval Agent</dc:title>
  <dc:subject>PptxGenJS Presentation</dc:subject>
  <dc:creator>Harness AI Team</dc:creator>
  <cp:lastModifiedBy>Harness AI Team</cp:lastModifiedBy>
  <cp:revision>1</cp:revision>
  <dcterms:created xsi:type="dcterms:W3CDTF">2026-05-14T10:22:39Z</dcterms:created>
  <dcterms:modified xsi:type="dcterms:W3CDTF">2026-05-14T10:22:39Z</dcterms:modified>
</cp:coreProperties>
</file>